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2026-05-12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629400" y="182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Vol.01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Vol.01 · 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1EF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一人公司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 AI 折叠的组织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1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结构优于装饰。用字体对比与留白做层级。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657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Audience: 内部分享 · Length: 15min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4759452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电子杂志×电子墨水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29400" y="47594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2026 —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9400" y="182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4630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I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94360" y="24688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硬数据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9400" y="182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过去 64 天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2438400" cy="1325880"/>
          </a:xfrm>
          <a:prstGeom prst="rect">
            <a:avLst/>
          </a:prstGeom>
          <a:solidFill>
            <a:srgbClr val="E8E5D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207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207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 天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07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0 到现在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2800" y="1920240"/>
            <a:ext cx="2438400" cy="1325880"/>
          </a:xfrm>
          <a:prstGeom prst="rect">
            <a:avLst/>
          </a:prstGeom>
          <a:solidFill>
            <a:srgbClr val="E8E5DE"/>
          </a:solidFill>
          <a:ln/>
        </p:spPr>
      </p:sp>
      <p:sp>
        <p:nvSpPr>
          <p:cNvPr id="10" name="Text 8"/>
          <p:cNvSpPr/>
          <p:nvPr/>
        </p:nvSpPr>
        <p:spPr>
          <a:xfrm>
            <a:off x="3535680" y="2057400"/>
            <a:ext cx="207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35680" y="2304288"/>
            <a:ext cx="207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110K+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35680" y="2926080"/>
            <a:ext cx="207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累计代码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11240" y="1920240"/>
            <a:ext cx="2438400" cy="1325880"/>
          </a:xfrm>
          <a:prstGeom prst="rect">
            <a:avLst/>
          </a:prstGeom>
          <a:solidFill>
            <a:srgbClr val="E8E5DE"/>
          </a:solidFill>
          <a:ln/>
        </p:spPr>
      </p:sp>
      <p:sp>
        <p:nvSpPr>
          <p:cNvPr id="14" name="Text 12"/>
          <p:cNvSpPr/>
          <p:nvPr/>
        </p:nvSpPr>
        <p:spPr>
          <a:xfrm>
            <a:off x="6294120" y="2057400"/>
            <a:ext cx="207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94120" y="2304288"/>
            <a:ext cx="207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608+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94120" y="2926080"/>
            <a:ext cx="207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持续迭代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3566160"/>
            <a:ext cx="2438400" cy="1325880"/>
          </a:xfrm>
          <a:prstGeom prst="rect">
            <a:avLst/>
          </a:prstGeom>
          <a:solidFill>
            <a:srgbClr val="E8E5D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03320"/>
            <a:ext cx="207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950208"/>
            <a:ext cx="207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5,166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77240" y="4572000"/>
            <a:ext cx="207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开源反馈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52800" y="3566160"/>
            <a:ext cx="2438400" cy="1325880"/>
          </a:xfrm>
          <a:prstGeom prst="rect">
            <a:avLst/>
          </a:prstGeom>
          <a:solidFill>
            <a:srgbClr val="E8E5DE"/>
          </a:solidFill>
          <a:ln/>
        </p:spPr>
      </p:sp>
      <p:sp>
        <p:nvSpPr>
          <p:cNvPr id="22" name="Text 20"/>
          <p:cNvSpPr/>
          <p:nvPr/>
        </p:nvSpPr>
        <p:spPr>
          <a:xfrm>
            <a:off x="3535680" y="3703320"/>
            <a:ext cx="207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35680" y="3950208"/>
            <a:ext cx="207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41K+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3535680" y="4572000"/>
            <a:ext cx="207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装到很多台电脑里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11240" y="3566160"/>
            <a:ext cx="2438400" cy="1325880"/>
          </a:xfrm>
          <a:prstGeom prst="rect">
            <a:avLst/>
          </a:prstGeom>
          <a:solidFill>
            <a:srgbClr val="E8E5DE"/>
          </a:solidFill>
          <a:ln/>
        </p:spPr>
      </p:sp>
      <p:sp>
        <p:nvSpPr>
          <p:cNvPr id="26" name="Text 24"/>
          <p:cNvSpPr/>
          <p:nvPr/>
        </p:nvSpPr>
        <p:spPr>
          <a:xfrm>
            <a:off x="6294120" y="3703320"/>
            <a:ext cx="207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94120" y="3950208"/>
            <a:ext cx="207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294120" y="4572000"/>
            <a:ext cx="207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多模型接入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4759452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03 · Numbers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47594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· —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9400" y="182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我不是程序员。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大学毕业后再也没写过代码。过去十年做 UI 设计与特效。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3634740"/>
            <a:ext cx="5349240" cy="1005840"/>
          </a:xfrm>
          <a:prstGeom prst="roundRect">
            <a:avLst/>
          </a:prstGeom>
          <a:solidFill>
            <a:srgbClr val="E8E5D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79933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这东西在三年前，需要一个十人团队做一年。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3205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一个观察者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2194560" cy="2971800"/>
          </a:xfrm>
          <a:prstGeom prst="rect">
            <a:avLst/>
          </a:prstGeom>
          <a:solidFill>
            <a:srgbClr val="E8E5DE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05740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右侧可放截图/照片（本示例不放图）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4759452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04 · The Twist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29400" y="47594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· —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9400" y="182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两条流水线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817620" cy="3246120"/>
          </a:xfrm>
          <a:prstGeom prst="roundRect">
            <a:avLst/>
          </a:prstGeom>
          <a:solidFill>
            <a:srgbClr val="E8E5D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3360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内容侧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3451860" cy="640080"/>
          </a:xfrm>
          <a:prstGeom prst="roundRect">
            <a:avLst/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4144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2423160"/>
            <a:ext cx="2720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收集素材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679192"/>
            <a:ext cx="2720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文档、数据、截图、链接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063240"/>
            <a:ext cx="3451860" cy="640080"/>
          </a:xfrm>
          <a:prstGeom prst="roundRect">
            <a:avLst/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7296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3154680"/>
            <a:ext cx="2720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提炼观点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3410712"/>
            <a:ext cx="2720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个关键判断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794760"/>
            <a:ext cx="3451860" cy="640080"/>
          </a:xfrm>
          <a:prstGeom prst="roundRect">
            <a:avLst/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0448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3886200"/>
            <a:ext cx="2720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选择版式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4142232"/>
            <a:ext cx="2720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每页都要有视觉元素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32020" y="1828800"/>
            <a:ext cx="3817620" cy="3246120"/>
          </a:xfrm>
          <a:prstGeom prst="roundRect">
            <a:avLst/>
          </a:prstGeom>
          <a:solidFill>
            <a:srgbClr val="E8E5DE"/>
          </a:solidFill>
          <a:ln/>
        </p:spPr>
      </p:sp>
      <p:sp>
        <p:nvSpPr>
          <p:cNvPr id="20" name="Text 18"/>
          <p:cNvSpPr/>
          <p:nvPr/>
        </p:nvSpPr>
        <p:spPr>
          <a:xfrm>
            <a:off x="4960620" y="1993392"/>
            <a:ext cx="3360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制作侧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14900" y="2331720"/>
            <a:ext cx="3451860" cy="640080"/>
          </a:xfrm>
          <a:prstGeom prst="roundRect">
            <a:avLst/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52060" y="244144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00700" y="2423160"/>
            <a:ext cx="2720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套主题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00700" y="2679192"/>
            <a:ext cx="2720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 1 套预置主题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14900" y="3063240"/>
            <a:ext cx="3451860" cy="640080"/>
          </a:xfrm>
          <a:prstGeom prst="roundRect">
            <a:avLst/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2060" y="317296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00700" y="3154680"/>
            <a:ext cx="2720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00700" y="3410712"/>
            <a:ext cx="2720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网格与留白优先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14900" y="3794760"/>
            <a:ext cx="3451860" cy="640080"/>
          </a:xfrm>
          <a:prstGeom prst="roundRect">
            <a:avLst/>
          </a:prstGeom>
          <a:solidFill>
            <a:srgbClr val="F1EFEA"/>
          </a:solidFill>
          <a:ln w="12700">
            <a:solidFill>
              <a:srgbClr val="F1EF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52060" y="390448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00700" y="3886200"/>
            <a:ext cx="2720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自检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00700" y="4142232"/>
            <a:ext cx="2720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避免遮挡、溢出、低对比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9400" y="182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1EF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“克制优于炫技。”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设计原则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9400" y="182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/ After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817620" cy="2971800"/>
          </a:xfrm>
          <a:prstGeom prst="roundRect">
            <a:avLst/>
          </a:prstGeom>
          <a:solidFill>
            <a:srgbClr val="E8E5D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64792"/>
            <a:ext cx="3360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3268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只做标题+要点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268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所有页同一版式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3268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配色随意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32020" y="1600200"/>
            <a:ext cx="3817620" cy="2971800"/>
          </a:xfrm>
          <a:prstGeom prst="roundRect">
            <a:avLst/>
          </a:prstGeom>
          <a:solidFill>
            <a:srgbClr val="E8E5DE"/>
          </a:solidFill>
          <a:ln/>
        </p:spPr>
      </p:sp>
      <p:sp>
        <p:nvSpPr>
          <p:cNvPr id="10" name="Text 8"/>
          <p:cNvSpPr/>
          <p:nvPr/>
        </p:nvSpPr>
        <p:spPr>
          <a:xfrm>
            <a:off x="4960620" y="1764792"/>
            <a:ext cx="3360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06340" y="2103120"/>
            <a:ext cx="3268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预置主题统一风格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06340" y="2514600"/>
            <a:ext cx="3268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至少 4 种版式混用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06340" y="2926080"/>
            <a:ext cx="3268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每页一个视觉焦点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9400" y="182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554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5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THING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7955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1EF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如果只保留一页，你希望观众记住什么？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Magazine × E-ink</dc:title>
  <dc:subject>Generated by pptx skill</dc:subject>
  <dc:creator>pptx skill</dc:creator>
  <cp:lastModifiedBy>pptx skill</cp:lastModifiedBy>
  <cp:revision>1</cp:revision>
  <dcterms:created xsi:type="dcterms:W3CDTF">2026-05-12T02:32:32Z</dcterms:created>
  <dcterms:modified xsi:type="dcterms:W3CDTF">2026-05-12T02:32:32Z</dcterms:modified>
</cp:coreProperties>
</file>